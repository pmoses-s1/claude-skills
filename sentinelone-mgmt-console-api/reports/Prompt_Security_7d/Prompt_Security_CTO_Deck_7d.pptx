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365760" cy="2926080"/>
          </a:xfrm>
          <a:prstGeom prst="rect">
            <a:avLst/>
          </a:prstGeom>
          <a:solidFill>
            <a:srgbClr val="E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434F"/>
                </a:solidFill>
                <a:latin typeface="Calibri"/>
              </a:rPr>
              <a:t>CTO REPORT  |  PROMPT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7d of activity</a:t>
            </a:r>
          </a:p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under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CAD3E0"/>
                </a:solidFill>
                <a:latin typeface="Calibri"/>
              </a:rPr>
              <a:t>What Prompt Security observed, what we intervened on,</a:t>
            </a:r>
          </a:p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CAD3E0"/>
                </a:solidFill>
                <a:latin typeface="Calibri"/>
              </a:rPr>
              <a:t>and where SentinelOne takes the insight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3E0"/>
                </a:solidFill>
                <a:latin typeface="Calibri"/>
              </a:rPr>
              <a:t>Window   2026-04-15  to  2026-04-22  UTC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3E0"/>
                </a:solidFill>
                <a:latin typeface="Consolas"/>
              </a:rPr>
              <a:t>Data source   dataSource.name = 'Prompt Security'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172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9BB"/>
                </a:solidFill>
                <a:latin typeface="Calibri"/>
              </a:rPr>
              <a:t>SentinelOne Pre-Sales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CA9BB"/>
                </a:solidFill>
                <a:latin typeface="Calibri"/>
              </a:rPr>
              <a:t>Generated 2026-04-22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7D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1F3A"/>
                </a:solidFill>
                <a:latin typeface="Calibri"/>
              </a:rPr>
              <a:t>37,094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5F70"/>
                </a:solidFill>
                <a:latin typeface="Calibri"/>
              </a:rPr>
              <a:t>Total events (7d)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109728" cy="1463040"/>
          </a:xfrm>
          <a:prstGeom prst="rect">
            <a:avLst/>
          </a:prstGeom>
          <a:solidFill>
            <a:srgbClr val="E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1F3A"/>
                </a:solidFill>
                <a:latin typeface="Calibri"/>
              </a:rPr>
              <a:t>15,922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5F70"/>
                </a:solidFill>
                <a:latin typeface="Calibri"/>
              </a:rPr>
              <a:t>Blocked events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109728" cy="1463040"/>
          </a:xfrm>
          <a:prstGeom prst="rect">
            <a:avLst/>
          </a:prstGeom>
          <a:solidFill>
            <a:srgbClr val="F2A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1F3A"/>
                </a:solidFill>
                <a:latin typeface="Calibri"/>
              </a:rPr>
              <a:t>47.5%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5F70"/>
                </a:solidFill>
                <a:latin typeface="Calibri"/>
              </a:rPr>
              <a:t>Policy intervention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28016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280160"/>
            <a:ext cx="109728" cy="1463040"/>
          </a:xfrm>
          <a:prstGeom prst="rect">
            <a:avLst/>
          </a:prstGeom>
          <a:solidFill>
            <a:srgbClr val="4FB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46304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1F3A"/>
                </a:solidFill>
                <a:latin typeface="Calibri"/>
              </a:rP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5F70"/>
                </a:solidFill>
                <a:latin typeface="Calibri"/>
              </a:rPr>
              <a:t>Distinct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Three things for the CTO to act 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93592"/>
            <a:ext cx="91440" cy="640080"/>
          </a:xfrm>
          <a:prstGeom prst="rect">
            <a:avLst/>
          </a:prstGeom>
          <a:solidFill>
            <a:srgbClr val="E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204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Block 42.9%, bypass 0.135%.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86791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Intervention rate is 47.5%. The policy is doing heavy work. Confirm the traffic mix justifies this posture before moving anything to enforce.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62272"/>
            <a:ext cx="91440" cy="640080"/>
          </a:xfrm>
          <a:prstGeom prst="rect">
            <a:avLst/>
          </a:prstGeom>
          <a:solidFill>
            <a:srgbClr val="E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891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One user drove 96.3% of volume.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73659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drjones@flybynight.ru drove 96.3% of all events. Resolve this account before treating any other number as a baseline.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30952"/>
            <a:ext cx="91440" cy="640080"/>
          </a:xfrm>
          <a:prstGeom prst="rect">
            <a:avLst/>
          </a:prstGeom>
          <a:solidFill>
            <a:srgbClr val="E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25780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Bypass is the signal to watch.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60527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Bypass is near-zero (0.13%). Users are accepting policy decisions. The cleanest possible trust signal.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SentinelOne + Prompt Security  |  7d CTO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379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Policy action mix</a:t>
            </a:r>
          </a:p>
        </p:txBody>
      </p:sp>
      <p:pic>
        <p:nvPicPr>
          <p:cNvPr id="5" name="Picture 4" descr="01_action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132320" cy="41018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371600"/>
            <a:ext cx="4114800" cy="475488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371600"/>
            <a:ext cx="4114800" cy="91440"/>
          </a:xfrm>
          <a:prstGeom prst="rect">
            <a:avLst/>
          </a:prstGeom>
          <a:solidFill>
            <a:srgbClr val="E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600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434F"/>
                </a:solidFill>
                <a:latin typeface="Calibri"/>
              </a:rPr>
              <a:t>What to 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BLOCK at 42.9%. Events the policy refused outright; exfil, compliance, jailbreak attempts live 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017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01752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MODIFY at 4.60%. Payload rewritten in place (eg. PII redacted) without stopping the user.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0233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6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BYPASS at 0.135%. Users almost never override. Policy is trusted.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SentinelOne + Prompt Security  |  7d CTO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379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Volume and timing</a:t>
            </a:r>
          </a:p>
        </p:txBody>
      </p:sp>
      <p:pic>
        <p:nvPicPr>
          <p:cNvPr id="5" name="Picture 4" descr="02_dail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132320" cy="37811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371600"/>
            <a:ext cx="4114800" cy="475488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371600"/>
            <a:ext cx="4114800" cy="91440"/>
          </a:xfrm>
          <a:prstGeom prst="rect">
            <a:avLst/>
          </a:prstGeom>
          <a:solidFill>
            <a:srgbClr val="F2A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600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A950"/>
                </a:solidFill>
                <a:latin typeface="Calibri"/>
              </a:rPr>
              <a:t>What to 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A950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Uneven but not pathological: busiest slice (2026-04-15) carried 48.0% of the window.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017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A950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01752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Dominant action across the window: 'log'. Watch the ratio to the next action as an early policy-drift signal.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0233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A950"/>
                </a:solidFill>
                <a:latin typeface="Calibr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6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Policy decisions are stable under load across the window. That is the precondition for promoting any log-only policy to enforce.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SentinelOne + Prompt Security  |  7d CTO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379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Who is driving the traffic</a:t>
            </a:r>
          </a:p>
        </p:txBody>
      </p:sp>
      <p:pic>
        <p:nvPicPr>
          <p:cNvPr id="5" name="Picture 4" descr="03_top_users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132320" cy="36765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371600"/>
            <a:ext cx="4114800" cy="475488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371600"/>
            <a:ext cx="4114800" cy="91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600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F3A"/>
                </a:solidFill>
                <a:latin typeface="Calibri"/>
              </a:rPr>
              <a:t>What to 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drjones@flybynight.ru = 35,729 events (96.3% of volume).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017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01752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The rest of the cohort lives in the 1 to 222 range. That is where normal users behaviour hides.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0233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6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Log scale used deliberately so a dominant principal does not flatten the long tail.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SentinelOne + Prompt Security  |  7d CTO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379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Highest-risk prompt senders</a:t>
            </a:r>
          </a:p>
        </p:txBody>
      </p:sp>
      <p:pic>
        <p:nvPicPr>
          <p:cNvPr id="5" name="Picture 4" descr="04_blocks_by_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132320" cy="36702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371600"/>
            <a:ext cx="4114800" cy="475488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371600"/>
            <a:ext cx="4114800" cy="91440"/>
          </a:xfrm>
          <a:prstGeom prst="rect">
            <a:avLst/>
          </a:prstGeom>
          <a:solidFill>
            <a:srgbClr val="E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600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434F"/>
                </a:solidFill>
                <a:latin typeface="Calibri"/>
              </a:rPr>
              <a:t>What to 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drjones@flybynight.ru blocks = 15,647. That is 98.3% of all blocks in the window.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017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01752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The rest of the blocked cohort sits between 1 and 93 blocks per user. Policy tuning or 1:1 coaching has the highest ROI 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0233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6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Anyone labelled 'anonymous' or 'null' in the chart warrants a tagging pass so blocks can be attributed.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SentinelOne + Prompt Security  |  7d CTO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379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Who is overriding guardrails</a:t>
            </a:r>
          </a:p>
        </p:txBody>
      </p:sp>
      <p:pic>
        <p:nvPicPr>
          <p:cNvPr id="5" name="Picture 4" descr="05_bypass_by_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132320" cy="36621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371600"/>
            <a:ext cx="4114800" cy="475488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371600"/>
            <a:ext cx="4114800" cy="91440"/>
          </a:xfrm>
          <a:prstGeom prst="rect">
            <a:avLst/>
          </a:prstGeom>
          <a:solidFill>
            <a:srgbClr val="4FB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600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FB89E"/>
                </a:solidFill>
                <a:latin typeface="Calibri"/>
              </a:rPr>
              <a:t>What to 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B89E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50 bypasses across the window. Low-volume, high-signal.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017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B89E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01752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Top overriders: dcassle.2012@gmail.com, doug.cassle@sentinelone.com. Cross-check endpoint posture for each.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0233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B89E"/>
                </a:solidFill>
                <a:latin typeface="Calibr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6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Bypass is near-zero (0.13%). Users are accepting policy decisions. The cleanest possible trust signal.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SentinelOne + Prompt Security  |  7d CTO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379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Per-principal action mix</a:t>
            </a:r>
          </a:p>
        </p:txBody>
      </p:sp>
      <p:pic>
        <p:nvPicPr>
          <p:cNvPr id="5" name="Picture 4" descr="06_user_action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132320" cy="35831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371600"/>
            <a:ext cx="4114800" cy="475488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371600"/>
            <a:ext cx="4114800" cy="91440"/>
          </a:xfrm>
          <a:prstGeom prst="rect">
            <a:avLst/>
          </a:prstGeom>
          <a:solidFill>
            <a:srgbClr val="F2A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600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2A950"/>
                </a:solidFill>
                <a:latin typeface="Calibri"/>
              </a:rPr>
              <a:t>What to 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A950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Stacked action mix per top users. This is the fastest way to spot a mixed-use profile (blocked and allowed inside one session).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017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A950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01752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oritabac@prompt.security shows the clearest mixed-use profile (block:3, log:3, bypass:3, modify:2). Likely a real analyst probing the guardrails.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0233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A950"/>
                </a:solidFill>
                <a:latin typeface="Calibr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6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Use this chart to pick principals for policy feedback loops before the next re-run.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SentinelOne + Prompt Security  |  7d CTO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379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Where Prompt Security sits in the broader tenant</a:t>
            </a:r>
          </a:p>
        </p:txBody>
      </p:sp>
      <p:pic>
        <p:nvPicPr>
          <p:cNvPr id="5" name="Picture 4" descr="07_tenant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132320" cy="37518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371600"/>
            <a:ext cx="4114800" cy="475488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371600"/>
            <a:ext cx="4114800" cy="91440"/>
          </a:xfrm>
          <a:prstGeom prst="rect">
            <a:avLst/>
          </a:prstGeom>
          <a:solidFill>
            <a:srgbClr val="889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600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899A6"/>
                </a:solidFill>
                <a:latin typeface="Calibri"/>
              </a:rPr>
              <a:t>What to 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899A6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In the last 24 hours, Prompt Security ranks #27 among the data sources landing in this tenant.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017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899A6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01752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Same data lake as SentinelOne EDR, identity, network, and cloud telemetry. Correlation is a PowerQuery join away.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0233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899A6"/>
                </a:solidFill>
                <a:latin typeface="Calibr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60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As usage grows, Prompt Security's share of daily events climbs in rank with zero ingestion changes.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SentinelOne + Prompt Security  |  7d CTO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379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WHAT TO DO WITH THESE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F3A"/>
                </a:solidFill>
                <a:latin typeface="Calibri"/>
              </a:rPr>
              <a:t>Recommendations, prioritised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486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" cy="2148840"/>
          </a:xfrm>
          <a:prstGeom prst="rect">
            <a:avLst/>
          </a:prstGeom>
          <a:solidFill>
            <a:srgbClr val="E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434F"/>
                </a:solidFill>
                <a:latin typeface="Calibri"/>
              </a:rPr>
              <a:t>24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Resolve drjones@flybynight.ru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5029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A single user drove 96.3% of the window. Pivot into EDR / identity from that session to establish harness vs. shared-account vs. abuse. Close the single largest risk in this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486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137160" cy="2148840"/>
          </a:xfrm>
          <a:prstGeom prst="rect">
            <a:avLst/>
          </a:prstGeom>
          <a:solidFill>
            <a:srgbClr val="F2A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2A950"/>
                </a:solidFill>
                <a:latin typeface="Calibri"/>
              </a:rPr>
              <a:t>THIS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Promote log-only policies to enforce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5029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Block 42.9% and bypass 0.135%. That combination is as clean a trust signal as we get. Walk each log-only policy and flip the ones with zero false positives.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486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137160" cy="2148840"/>
          </a:xfrm>
          <a:prstGeom prst="rect">
            <a:avLst/>
          </a:prstGeom>
          <a:solidFill>
            <a:srgbClr val="4FB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FB89E"/>
                </a:solidFill>
                <a:latin typeface="Calibri"/>
              </a:rPr>
              <a:t>THIS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Correlate bypass with endpoint posture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46320"/>
            <a:ext cx="5029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STAR rule: Prompt Security bypass THEN a SentinelOne alert of severity medium+ on the same principal within 60 minutes. One rule, two data sources, one unified alert.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5486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137160" cy="2148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069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F3A"/>
                </a:solidFill>
                <a:latin typeface="Calibri"/>
              </a:rPr>
              <a:t>THIS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343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Enrich ingestion where it is shallow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846320"/>
            <a:ext cx="5029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Today, Prompt Security lands with a subset of fields populated. Add prompt / payload / content where possible; that unlocks content-based detections and Purple AI hunts across the same data lake.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SentinelOne + Prompt Security  |  7d CTO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5379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F70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365760" cy="2560320"/>
          </a:xfrm>
          <a:prstGeom prst="rect">
            <a:avLst/>
          </a:prstGeom>
          <a:solidFill>
            <a:srgbClr val="E84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434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Resolve drjones@flybynight.ru, promote</a:t>
            </a:r>
          </a:p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log-only policy, enrich ingestion.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AD3E0"/>
                </a:solidFill>
                <a:latin typeface="Calibri"/>
              </a:rPr>
              <a:t>Everything in this deck is reproducible from a single JSON artefact.</a:t>
            </a:r>
          </a:p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AD3E0"/>
                </a:solidFill>
                <a:latin typeface="Calibri"/>
              </a:rPr>
              <a:t>Re-run any time the workload shifts.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17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AD3E0"/>
                </a:solidFill>
                <a:latin typeface="Calibri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