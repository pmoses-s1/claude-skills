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365760" cy="2926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434F"/>
                </a:solidFill>
                <a:latin typeface="Calibri"/>
              </a:rPr>
              <a:t>CTO REPORT  |  WINDOWS EVENT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24h of activity</a:t>
            </a:r>
          </a:p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under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AD3E0"/>
                </a:solidFill>
                <a:latin typeface="Calibri"/>
              </a:rPr>
              <a:t>What Windows Event Logs observed, what we intervened on,</a:t>
            </a:r>
          </a:p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AD3E0"/>
                </a:solidFill>
                <a:latin typeface="Calibri"/>
              </a:rPr>
              <a:t>and where SentinelOne takes the insight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3E0"/>
                </a:solidFill>
                <a:latin typeface="Calibri"/>
              </a:rPr>
              <a:t>Window   2026-04-21  to  2026-04-22 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3E0"/>
                </a:solidFill>
                <a:latin typeface="Consolas"/>
              </a:rPr>
              <a:t>Data source   dataSource.name = 'Windows Event Logs'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172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9BB"/>
                </a:solidFill>
                <a:latin typeface="Calibri"/>
              </a:rPr>
              <a:t>SentinelOne Pre-Sales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9BB"/>
                </a:solidFill>
                <a:latin typeface="Calibri"/>
              </a:rPr>
              <a:t>Generated 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24H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396,405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Total events (24h)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109728" cy="1463040"/>
          </a:xfrm>
          <a:prstGeom prst="rect">
            <a:avLst/>
          </a:prstGeom>
          <a:solidFill>
            <a:srgbClr val="88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Windows Event Log C...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Dominant event.type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109728" cy="14630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Timeline slices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109728" cy="1463040"/>
          </a:xfrm>
          <a:prstGeom prst="rect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Tenant rank (24h)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Three things for the CTO to act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9359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Dominant event.type: 'Windows Event Log Creation'.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396,405 events (100.0% of the window). Use this as the entry point when building detections or hunts against the source.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Tenant rank #3 in the last 24h.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3659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Windows Event Logs sits in the top tier of data sources landing in this tenant. A useful anchor for whether volume is trending or flat.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3095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57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Same data lake as EDR + identity + network.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052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Any detection or hunt built on Windows Event Logs can join to SentinelOne endpoint context in one PowerQuery. No cross-system plumbing.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Windows Event Logs  |  24h CTO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Volume and timing</a:t>
            </a:r>
          </a:p>
        </p:txBody>
      </p:sp>
      <p:pic>
        <p:nvPicPr>
          <p:cNvPr id="5" name="Picture 4" descr="02_dail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23853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A950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Evenly distributed across the window. Busiest slice (2026-04-21 21:00) only 7.3% ahead of average.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Volume is the only lens available on Windows Event Logs today. Shape shifts in this timeline are the cleanest early warning for ingestion pipeline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Windows Event Logs  |  24h CTO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Where Windows Event Logs sits in the broader tenant</a:t>
            </a:r>
          </a:p>
        </p:txBody>
      </p:sp>
      <p:pic>
        <p:nvPicPr>
          <p:cNvPr id="5" name="Picture 4" descr="07_tenant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659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88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899A6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In the last 24 hours, Windows Event Logs ranks #3 among the data sources landing in this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Same data lake as SentinelOne EDR, identity, network, and cloud telemetry. Correlation is a PowerQuery join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As usage grows, Windows Event Logs's share of daily events climbs in rank with zero ingestion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Windows Event Logs  |  24h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WHAT TO DO WITH THESE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Recommendations, prioritised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" cy="4526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Enrich ingestion where it is shallow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02920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Today, Windows Event Logs lands with a subset of fields populated. Add prompt / payload / content where possible; that unlocks content-based detections and Purple AI hunts across the same data lake.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137160" cy="4526280"/>
          </a:xfrm>
          <a:prstGeom prst="rect">
            <a:avLst/>
          </a:prstGeom>
          <a:solidFill>
            <a:srgbClr val="88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QUARTERLY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Baseline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502920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Re-run this report on a fixed cadence. Charts regenerate from a single JSON artefact, so 30- or 90-day views are a parameter flip. Anomalies feed the next round of 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Windows Event Logs  |  24h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365760" cy="256032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434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Baseline Windows Event Logs, correlate with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endpoint, and re-run this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3E0"/>
                </a:solidFill>
                <a:latin typeface="Calibri"/>
              </a:rPr>
              <a:t>Everything in this deck is reproducible from a single JSON artefact.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3E0"/>
                </a:solidFill>
                <a:latin typeface="Calibri"/>
              </a:rPr>
              <a:t>Re-run any time the workload shifts.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AD3E0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